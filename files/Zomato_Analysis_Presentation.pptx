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 &amp; Recommendations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51,660 restaurants analyzed  |  Python (pandas, seaborn)  |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CB20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B20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CB20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Ratings, Service Features &amp; Geography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CB20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Cuisine, Pricing &amp; Popularity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CB20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074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Bangalore's restaurant market through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hosts one of India's largest and most competitive restaurant markets. This analysis explores what separates high-rated restaurants from the rest — examining service features, geography, cuisine, and pricing — to generate insight for restaurant owners, aggregator platforms, and investors.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2801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F3F3"/>
          </a:solidFill>
          <a:ln w="12700">
            <a:solidFill>
              <a:srgbClr val="E8C9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389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51,660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Analyzed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0" y="12801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F3F3"/>
          </a:solidFill>
          <a:ln w="12700">
            <a:solidFill>
              <a:srgbClr val="E8C9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0" y="1389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/ 5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8346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F3F3"/>
          </a:solidFill>
          <a:ln w="12700">
            <a:solidFill>
              <a:srgbClr val="E8C9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Localities Covered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28346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BF3F3"/>
          </a:solidFill>
          <a:ln w="12700">
            <a:solidFill>
              <a:srgbClr val="E8C9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0" y="29443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Combinations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CB20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listings scrape (51,717 raw rows, 17 fields)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27248" y="219456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E2E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ratings &amp; cost fields, standardized flags, removed duplicates, validated ranges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219456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CB20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primary cuisine, cuisine count, review count, and restaurant format features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13648" y="219456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869680" y="14630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E2E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148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correlation analysis using pandas, matplotlib, seaborn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reproducible pipeline: 01_clean_data.py → 02_eda_analysis.py → zomato_clean.csv + 12 charts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Cluster Around 3.7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restaurants fall in the 3.3-4.2 'decent to good' band</a:t>
            </a:r>
            <a:endParaRPr lang="en-US" sz="1300" dirty="0"/>
          </a:p>
        </p:txBody>
      </p:sp>
      <p:pic>
        <p:nvPicPr>
          <p:cNvPr id="5" name="Image 0" descr="/home/claude/work/project1_zomato/charts/01_rating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34440"/>
            <a:ext cx="603504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3.7 / 5
</a:t>
            </a:r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3.7
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 of listings have a numeric rating; the rest are new or unrated.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Is the Strongest Quality Signal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online ordering and table booking against rating</a:t>
            </a:r>
            <a:endParaRPr lang="en-US" sz="1300" dirty="0"/>
          </a:p>
        </p:txBody>
      </p:sp>
      <p:pic>
        <p:nvPicPr>
          <p:cNvPr id="5" name="Image 0" descr="/home/claude/work/project1_zomato/charts/02_online_order_vs_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5577840" cy="3977640"/>
          </a:xfrm>
          <a:prstGeom prst="rect">
            <a:avLst/>
          </a:prstGeom>
        </p:spPr>
      </p:pic>
      <p:pic>
        <p:nvPicPr>
          <p:cNvPr id="6" name="Image 1" descr="/home/claude/work/project1_zomato/charts/03_book_table_vs_r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577840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53492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order: 3.72 vs 3.66  |  Table booking: 4.14 vs 3.62 (only 12.5% of restaurants offer it)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Supply Is Highly Concentrated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 alone hosts 5,114 listings</a:t>
            </a:r>
            <a:endParaRPr lang="en-US" sz="1300" dirty="0"/>
          </a:p>
        </p:txBody>
      </p:sp>
      <p:pic>
        <p:nvPicPr>
          <p:cNvPr id="5" name="Image 0" descr="/home/claude/work/project1_zomato/charts/04_top_loca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4754880"/>
          </a:xfrm>
          <a:prstGeom prst="rect">
            <a:avLst/>
          </a:prstGeom>
        </p:spPr>
      </p:pic>
      <p:pic>
        <p:nvPicPr>
          <p:cNvPr id="6" name="Image 1" descr="/home/claude/work/project1_zomato/charts/10_top_rated_localit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86400" cy="4754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 Leads, But Blended Menus Rate Best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2,723 distinct cuisine combinations found</a:t>
            </a:r>
            <a:endParaRPr lang="en-US" sz="1300" dirty="0"/>
          </a:p>
        </p:txBody>
      </p:sp>
      <p:pic>
        <p:nvPicPr>
          <p:cNvPr id="5" name="Image 0" descr="/home/claude/work/project1_zomato/charts/05_top_cuis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400800" cy="4572000"/>
          </a:xfrm>
          <a:prstGeom prst="rect">
            <a:avLst/>
          </a:prstGeom>
        </p:spPr>
      </p:pic>
      <p:pic>
        <p:nvPicPr>
          <p:cNvPr id="6" name="Image 1" descr="/home/claude/work/project1_zomato/charts/11_cuisine_count_vs_rat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40880" y="4754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2-4 cuisines rate slightly higher than single-cuisine or overly broad menus.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Bites Dominate the Format Mix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Bangalore's dining culture favors convenience</a:t>
            </a:r>
            <a:endParaRPr lang="en-US" sz="1300" dirty="0"/>
          </a:p>
        </p:txBody>
      </p:sp>
      <p:pic>
        <p:nvPicPr>
          <p:cNvPr id="5" name="Image 0" descr="/home/claude/work/project1_zomato/charts/06_restaurant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03520" cy="4572000"/>
          </a:xfrm>
          <a:prstGeom prst="rect">
            <a:avLst/>
          </a:prstGeom>
        </p:spPr>
      </p:pic>
      <p:pic>
        <p:nvPicPr>
          <p:cNvPr id="6" name="Image 1" descr="/home/claude/work/project1_zomato/charts/09_listed_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577840" cy="411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Tracks (Loosely) With Quality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for two: Rs 555  |  Correlation with rating: r = 0.399</a:t>
            </a:r>
            <a:endParaRPr lang="en-US" sz="1300" dirty="0"/>
          </a:p>
        </p:txBody>
      </p:sp>
      <p:pic>
        <p:nvPicPr>
          <p:cNvPr id="5" name="Image 0" descr="/home/claude/work/project1_zomato/charts/07_cost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251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Predicts Quality Better Than Price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vs. rating correlation: r = 0.434</a:t>
            </a:r>
            <a:endParaRPr lang="en-US" sz="1300" dirty="0"/>
          </a:p>
        </p:txBody>
      </p:sp>
      <p:pic>
        <p:nvPicPr>
          <p:cNvPr id="5" name="Image 0" descr="/home/claude/work/project1_zomato/charts/08_votes_vs_r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234440"/>
            <a:ext cx="54864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22860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Well-loved restaurants accumulate votes over time — a reinforcing cycle of quality and popularity. Low-vote restaurants show much higher rating volatility.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and cost are the strongest numeric predictors of rating</a:t>
            </a:r>
            <a:endParaRPr lang="en-US" sz="1300" dirty="0"/>
          </a:p>
        </p:txBody>
      </p:sp>
      <p:pic>
        <p:nvPicPr>
          <p:cNvPr id="5" name="Image 0" descr="/home/claude/work/project1_zomato/charts/12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188720"/>
            <a:ext cx="576072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" cy="137160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table booking; treat online ordering as baseline; keep menus to 2-4 complementary cuisines; consider high-rated, lower-density localities for expansion.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9728" cy="137160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718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/ Platforms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971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vote count in ranking algorithms; flag low-review restaurants for rating confidence; support differentiation in saturated hubs.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572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572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table-booking-enabled formats in high-rated micro-markets over the most saturated quick-bite segments.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Bangalore Restaurants — EDA 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|  Full report, code and data available alongside this deck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2026-09-03T08:23:31Z</dcterms:created>
  <dcterms:modified xsi:type="dcterms:W3CDTF">2026-09-03T08:23:31Z</dcterms:modified>
</cp:coreProperties>
</file>